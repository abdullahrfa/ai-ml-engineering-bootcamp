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024fd9b8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024fd9b8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024fd9b89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024fd9b89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024fd9b89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024fd9b89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024fd9b8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024fd9b8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024fd9b89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e024fd9b89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065c2742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065c2742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065c2742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065c2742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024fd9b89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024fd9b89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065c2742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065c274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cf6fe0a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cf6fe0a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7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agripongit.vincenttunru.com/" TargetMode="External"/><Relationship Id="rId4" Type="http://schemas.openxmlformats.org/officeDocument/2006/relationships/hyperlink" Target="https://git-school.github.io/visualizing-git/" TargetMode="External"/><Relationship Id="rId5" Type="http://schemas.openxmlformats.org/officeDocument/2006/relationships/hyperlink" Target="https://learngitbranching.js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810750"/>
            <a:ext cx="8520600" cy="14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200"/>
              <a:t>Git and Github</a:t>
            </a:r>
            <a:endParaRPr sz="3200"/>
          </a:p>
        </p:txBody>
      </p:sp>
      <p:sp>
        <p:nvSpPr>
          <p:cNvPr id="55" name="Google Shape;55;p13"/>
          <p:cNvSpPr txBox="1"/>
          <p:nvPr/>
        </p:nvSpPr>
        <p:spPr>
          <a:xfrm>
            <a:off x="2462213" y="3364350"/>
            <a:ext cx="4219200" cy="1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</a:rPr>
              <a:t>Abdullah Saihan</a:t>
            </a:r>
            <a:endParaRPr b="1" sz="22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</a:rPr>
              <a:t>A</a:t>
            </a:r>
            <a:r>
              <a:rPr lang="en" sz="2200"/>
              <a:t>rtificial Intelligence</a:t>
            </a:r>
            <a:r>
              <a:rPr lang="en" sz="2200">
                <a:solidFill>
                  <a:srgbClr val="000000"/>
                </a:solidFill>
              </a:rPr>
              <a:t> Engineer</a:t>
            </a:r>
            <a:endParaRPr sz="2200">
              <a:solidFill>
                <a:srgbClr val="595959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5250" y="4226325"/>
            <a:ext cx="1793126" cy="39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2625" y="1152475"/>
            <a:ext cx="683280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5600" y="1152475"/>
            <a:ext cx="683280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3500" y="1052637"/>
            <a:ext cx="3656326" cy="3616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5725" y="1198525"/>
            <a:ext cx="6648550" cy="33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Branch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7724" y="1152475"/>
            <a:ext cx="6208979" cy="341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Branch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251" y="1152475"/>
            <a:ext cx="7873501" cy="3161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9100" y="1152475"/>
            <a:ext cx="6841325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825" y="1152474"/>
            <a:ext cx="6438875" cy="3299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A Simple Visual Git Tutorial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Git School: Visual Git (Simulator/Playground))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Learn Git Branching (Simulator/Playground)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