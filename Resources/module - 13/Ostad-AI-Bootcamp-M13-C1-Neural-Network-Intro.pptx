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8a620c7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8a620c7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a121a8cb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a121a8cb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a121a8cb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a121a8cb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a121a8cb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a121a8cb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121a8cb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a121a8cb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a121a8cb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a121a8cb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121a8cb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a121a8cb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e8a620c7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e8a620c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de377e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4de377e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a121a8cb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a121a8cb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cef53ab7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cef53ab7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ef53ab7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cef53ab7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cef53ab7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cef53ab7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cef53ab7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cef53ab7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ef53ab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cef53ab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e8a620c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e8a620c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121a8cb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a121a8cb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a121a8cb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a121a8cb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121a8cb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a121a8cb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121a8cb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a121a8cb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a121a8cb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a121a8cb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cec6cef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cec6cef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a121a8cb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a121a8cb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cec6cef4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cec6cef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a121a8cb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a121a8cb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ef53ab7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cef53ab7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a121a8cb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a121a8cb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a121a8cb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a121a8cb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a121a8cb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a121a8cb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cef53ab7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cef53ab7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a121a8c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a121a8c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a121a8cb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a121a8cb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8e5d35c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8e5d35c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8e5d35ca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8e5d35ca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8e5d35c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8e5d35c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8e5d35ca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8e5d35ca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8e5d35c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8e5d35c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a121a8cb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a121a8cb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e8a620c7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e8a620c7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cef53ab7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cef53ab7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e8a620c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e8a620c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4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Introduction to Neural Network</a:t>
            </a:r>
            <a:endParaRPr sz="32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Representing Data with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Perceptron and Neuron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Decision Boundary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Logic Gates using Perceptron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Neural Network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Representing data using numbers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151" y="1509726"/>
            <a:ext cx="5082975" cy="23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425" y="1152475"/>
            <a:ext cx="5889449" cy="31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999" y="1152475"/>
            <a:ext cx="6432525" cy="30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350" y="1152475"/>
            <a:ext cx="4575175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525" y="1152475"/>
            <a:ext cx="747517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11766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925" y="1188677"/>
            <a:ext cx="7400901" cy="31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3112"/>
            <a:ext cx="8453448" cy="279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000" y="1152475"/>
            <a:ext cx="6832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150" y="1203075"/>
            <a:ext cx="6669450" cy="3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Separability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9687"/>
            <a:ext cx="8520602" cy="280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Converting Non-Linear Problem to a Linear Problem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644" y="1152475"/>
            <a:ext cx="6882855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395" y="1152475"/>
            <a:ext cx="61112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117" y="1152475"/>
            <a:ext cx="5974208" cy="33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525" y="1152475"/>
            <a:ext cx="5593600" cy="33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Function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550" y="1152476"/>
            <a:ext cx="7103050" cy="32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50" y="1152475"/>
            <a:ext cx="796978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8520599" cy="3253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Gate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67914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Gate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94" y="1152475"/>
            <a:ext cx="840960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Gate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67916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Gate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6"/>
          <p:cNvPicPr preferRelativeResize="0"/>
          <p:nvPr/>
        </p:nvPicPr>
        <p:blipFill rotWithShape="1">
          <a:blip r:embed="rId3">
            <a:alphaModFix/>
          </a:blip>
          <a:srcRect b="-1970" l="0" r="0" t="1970"/>
          <a:stretch/>
        </p:blipFill>
        <p:spPr>
          <a:xfrm>
            <a:off x="311700" y="1152475"/>
            <a:ext cx="840959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NAND Gate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75" y="1167700"/>
            <a:ext cx="767914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NAND Gate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2" y="1197300"/>
            <a:ext cx="8188908" cy="332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XOR Gate</a:t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6791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XOR Gate</a:t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3000"/>
            <a:ext cx="7588060" cy="33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655" y="445025"/>
            <a:ext cx="6537246" cy="412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850" y="445037"/>
            <a:ext cx="7846851" cy="407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00" y="512325"/>
            <a:ext cx="7672525" cy="400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0" y="578000"/>
            <a:ext cx="8116250" cy="3951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650" y="1152475"/>
            <a:ext cx="530669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091" y="1162111"/>
            <a:ext cx="5258082" cy="33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500" y="1184963"/>
            <a:ext cx="5999650" cy="33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838" y="1152475"/>
            <a:ext cx="625568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38238"/>
            <a:ext cx="791527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183" y="445025"/>
            <a:ext cx="5788667" cy="412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Activation Function: Fire a Neuron</a:t>
            </a:r>
            <a:endParaRPr/>
          </a:p>
        </p:txBody>
      </p:sp>
      <p:sp>
        <p:nvSpPr>
          <p:cNvPr id="320" name="Google Shape;32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00" y="1152475"/>
            <a:ext cx="790497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1490"/>
            <a:ext cx="9143998" cy="416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3"/>
          <p:cNvSpPr txBox="1"/>
          <p:nvPr/>
        </p:nvSpPr>
        <p:spPr>
          <a:xfrm>
            <a:off x="2971800" y="2146350"/>
            <a:ext cx="2921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2"/>
                </a:solidFill>
              </a:rPr>
              <a:t>Thank You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